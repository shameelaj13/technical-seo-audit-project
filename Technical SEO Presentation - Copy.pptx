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SEO AUDIT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Website: ben10.liveblog365.com</a:t>
            </a:r>
          </a:p>
          <a:p>
            <a:r>
              <a:t>Platform: WordPress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technical SEO issues affecting website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PAGESPEED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Score: 58/100</a:t>
            </a:r>
          </a:p>
          <a:p>
            <a:r>
              <a:t>Desktop Score: 78/100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CRAWLABILITY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search engines can access pages</a:t>
            </a:r>
          </a:p>
          <a:p>
            <a:r>
              <a:t>Check robots.txt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UNNECESSARY 'NOINDEX'</a:t>
            </a:r>
          </a:p>
          <a:p>
            <a:r>
              <a:rPr lang="en-US" dirty="0"/>
              <a:t>ALLOW IMPORTANT PAGES TO BE INDEXED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crawler access</a:t>
            </a:r>
          </a:p>
          <a:p>
            <a:r>
              <a:t>Should not block important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SITEMAP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search engines find all pages</a:t>
            </a:r>
          </a:p>
          <a:p>
            <a:r>
              <a:t>Submit to Google Search Console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Broken Links (404)</a:t>
            </a:r>
          </a:p>
          <a:p>
            <a:r>
              <a:t>Missing Structured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speed</a:t>
            </a:r>
          </a:p>
          <a:p>
            <a:r>
              <a:t>Fix errors</a:t>
            </a:r>
          </a:p>
          <a:p>
            <a:r>
              <a:t>Submit sitemap</a:t>
            </a:r>
          </a:p>
          <a:p>
            <a:r>
              <a:t>Add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SEO improvements can improve ranking and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112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TECHNICAL SEO AUDIT PROJECT</vt:lpstr>
      <vt:lpstr>INTRODUCTION</vt:lpstr>
      <vt:lpstr>PAGESPEED RESULTS</vt:lpstr>
      <vt:lpstr>CRAWLABILITY</vt:lpstr>
      <vt:lpstr>INDEXABILITY</vt:lpstr>
      <vt:lpstr>ROBOTS.TXT</vt:lpstr>
      <vt:lpstr>XML SITEMAP</vt:lpstr>
      <vt:lpstr>OTHER ISSUES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Shameel Abdul Jabbar</dc:creator>
  <cp:keywords/>
  <dc:description>generated using python-pptx</dc:description>
  <cp:lastModifiedBy>Shameel Abdul Jabbar</cp:lastModifiedBy>
  <cp:revision>2</cp:revision>
  <dcterms:created xsi:type="dcterms:W3CDTF">2013-01-27T09:14:16Z</dcterms:created>
  <dcterms:modified xsi:type="dcterms:W3CDTF">2026-02-20T04:53:24Z</dcterms:modified>
  <cp:category/>
</cp:coreProperties>
</file>